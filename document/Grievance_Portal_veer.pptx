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-900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19045" y="357808"/>
            <a:ext cx="4114800" cy="4114800"/>
          </a:xfrm>
          <a:prstGeom prst="ellipse">
            <a:avLst/>
          </a:prstGeom>
          <a:solidFill>
            <a:srgbClr val="1B2E45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89551" y="1005840"/>
            <a:ext cx="2926080" cy="292608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663440"/>
            <a:ext cx="8979408" cy="48006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572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</a:rPr>
              <a:t>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22D3EE"/>
                </a:solidFill>
              </a:rPr>
              <a:t>GRIEVANCE PORTAL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1" y="1861930"/>
            <a:ext cx="4663440" cy="202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Smart Civic Complaint Management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</a:rPr>
              <a:t>Powered by Google Gemini 2.5 Flash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690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CD34D"/>
                </a:solidFill>
              </a:rPr>
              <a:t>Presented by: VEER SINGH (B2355R10195103)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0"/>
            <a:ext cx="9034272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 to Public Grievance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IMPORTANCE OF TIMELY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2A"/>
                </a:solidFill>
              </a:rPr>
              <a:t>Why Grievance Management Matters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640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Vital Role: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Public grievance systems are critical for effective civic governance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640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Complaint Delays: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Slow handling erodes public trust in government institutions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53512"/>
            <a:ext cx="640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Inefficiency: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Manual processes create bottlenecks in addressing grievances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02152"/>
            <a:ext cx="640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Poor Prioritization: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Without AI, urgent cases get lost in the queue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640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Citizen Trust: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Timely management ensures citizens feel heard and valued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1234440"/>
            <a:ext cx="3108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15000" y="123444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307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85%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94360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Complaints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Unprioritized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2514600"/>
            <a:ext cx="3108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15000" y="251460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587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3x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9436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Faster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AI Triage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15000" y="3794760"/>
            <a:ext cx="3108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15000" y="379476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867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24/7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594360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Portal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</a:rPr>
              <a:t>Availability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Challenge of Complaint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MANUAL TRIAGE BOTTLENECKS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10972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9844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</a:rPr>
              <a:t>Currently, all complaints land in the same undifferentiated inbox, causing dangerous delays and overlooked emergencies due to manual triage processes.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2788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23160"/>
            <a:ext cx="27889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603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3127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One Inbox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For 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Urgent and non-urgent complaints mixed together without distinction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27832" y="2423160"/>
            <a:ext cx="2788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2423160"/>
            <a:ext cx="27889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25603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19272" y="3127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Dangerous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Delays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19272" y="36576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Manual sorting means critical issues wait alongside minor queries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2423160"/>
            <a:ext cx="2788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2423160"/>
            <a:ext cx="27889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25603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72784" y="31272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Overlooked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Emergencies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72784" y="36576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Human error causes high-priority cases to be missed entirely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Overview of the Grievance Portal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AI-POWERED COMPLAINT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029200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71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Google Gemini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2.5 Flash LLM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</a:rPr>
              <a:t>Our platform integrates Google Gemini 2.5 Flash LLM to modernize grievance handling with automated triage and spam detection for efficient public service delivery.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22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Automated AI Triage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2002536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2093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Spam Detection &amp; Filtering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7840" y="2679192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770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Real-time Processing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3355848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3447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Admin Priority Dashboard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4032504"/>
            <a:ext cx="3291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200" y="4123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Fault-Tolerant Fallback System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Innovations in Grievance Portal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TRANSFORMING PUBLIC COMPLAINT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41605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AI-Powered Triage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Automatically prioritizes submissions with intelligent classification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18872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1325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Spam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Filters irrelevant and fake-urgency complaints intelligently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26974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08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Fault-Tolerant Fallback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Two-level system ensures reliability even when AI fails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97480" cy="6400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108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40480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Real-time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566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Instant processing significantly improves response times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97180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97180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108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2084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Citizen-First UI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User-friendly interface enhances citizen engagement and trust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Traditional vs. Grievance Portal Approach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SIDE-BY-SIDE COMPARISON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4114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252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Traditional Approach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56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Manual triage process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774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Subjective priority assessment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916936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986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Time-consuming spam handling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43814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198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392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Limited 9-5 availability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95935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410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913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High operational costs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VS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1887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188720"/>
            <a:ext cx="41148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2252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Grievance Portal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187452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856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Automated AI triage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395728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3774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Consistent priority assessment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2916936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8986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Instantaneous spam detection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92040" y="3438144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4198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3392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24/7 availability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92040" y="3959352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9410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3913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Reduced operational costs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TECHNOLOGIES POWERING THE GRIEVANCE PORTAL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201168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243584"/>
            <a:ext cx="6400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243584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33502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HTML5, CSS3, Vanilla JavaScript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201168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057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⚙  Backend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68880" y="2002536"/>
            <a:ext cx="6400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002536"/>
            <a:ext cx="7315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09397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Python 3 with FastAPI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201168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8163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  Database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2761488"/>
            <a:ext cx="6400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2761488"/>
            <a:ext cx="7315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85292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SQLite with SQLAlchemy ORM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483864"/>
            <a:ext cx="201168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5753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AI Engine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3520440"/>
            <a:ext cx="6400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352044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361188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Google Gemini 2.5 Flash LLM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4242816"/>
            <a:ext cx="2011680" cy="62179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4334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Server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68880" y="4279392"/>
            <a:ext cx="6400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4279392"/>
            <a:ext cx="73152" cy="5486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437083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Uvicorn ASGI Server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ESSENTIAL FUNCTIONS OF THE GRIEVANCE PORTAL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07008"/>
            <a:ext cx="68580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813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No Registration Needed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6824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Citizens submit complaints without creating an account — friction-free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0700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07008"/>
            <a:ext cx="68580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813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Unique Ticket 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6824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Auto-generated ticket IDs allow real-time complaint tracking at any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14600"/>
            <a:ext cx="68580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889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Real-time 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990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Citizens can check status of their complaint instantly using ticket 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514600"/>
            <a:ext cx="68580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7889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Admin Priority 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990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Admins can manually adjust priority levels when AI misclassifies tickets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22192"/>
            <a:ext cx="68580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965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3913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Spam Auto-Rejection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297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AI automatically filters and rejects irrelevant or spam submissions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82219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22192"/>
            <a:ext cx="68580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0965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32120" y="3913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Fake Urgency Detection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4297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False high-urgency complaints are detected and rejected by the system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Database Design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SCHEMA AND DATA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0292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🗄  tickets  (Single Table)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5029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56232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865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INTEGER (PK)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title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5029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06040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15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problem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6151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35224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980944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90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2990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310128"/>
            <a:ext cx="5029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355848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name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3364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TEXT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85032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730752"/>
            <a:ext cx="54864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status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0" y="3739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TEXT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059936"/>
            <a:ext cx="5029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105656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priority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TEXT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480560"/>
            <a:ext cx="5486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tags / category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743200" y="4489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TEXT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77840" y="1188720"/>
            <a:ext cx="329184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69280" y="1261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Design Philosophy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669280" y="16642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9FF"/>
                </a:solidFill>
              </a:rPr>
              <a:t>Single-table architecture keeps the system lightweight, fast, and easy to maintain for MVP deployment.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77840" y="2926080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66928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Data Flow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669280" y="34564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1. Citizen submits complaint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0" y="3712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2. AI classifies priority &amp; tags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0" y="3968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3. Ticket stored in DB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69280" y="4224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4. Admin reviews dashboard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69280" y="4480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5. Status updated in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 Faced &amp; Solutions Implemented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ADDRESSING KEY PROJECT HURDLES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Challenge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2161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Solution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114800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Inconsistent AI response formats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892808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420624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Pre-processing pipeline normalizes all AI outputs before parsing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8658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780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CORS issues in API calls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542032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38658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4780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Implemented CORSMiddleware in FastAPI for seamless cross-origin requests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035808"/>
            <a:ext cx="4114800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Prompt engineering instability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191256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3035808"/>
            <a:ext cx="420624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127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Five iterations of prompt refinement achieved reliable classification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8503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76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AI classification accuracy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384048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368503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776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Continuous testing and evaluation ensured robust performance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334256"/>
            <a:ext cx="4114800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4256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User experience gaps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89120" y="4489704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3440" y="4334256"/>
            <a:ext cx="420624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4256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User feedback incorporated iteratively to improve system usability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Enhancements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PLANNED DEVELOPMENTS FOR IMPROVED FUNCTIONALITY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9144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1252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JWT Authentication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153619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Secure user authentication with industry-standard JSON Web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47672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47672"/>
            <a:ext cx="9144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933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2039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Email &amp; SMS Notifications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229514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Automated alerts for complaint status updates via email and SMS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06624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06624"/>
            <a:ext cx="9144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52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27980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🐘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PostgreSQL Migration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30540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Upgrade to PostgreSQL for better scalability and performance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465576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465576"/>
            <a:ext cx="9144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112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35570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828800" y="35295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Analytics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0" y="381304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Advanced data insights and reporting for administrators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22452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224528"/>
            <a:ext cx="9144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270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4315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828800" y="4288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IoT Sensor Integration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828800" y="45720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environmental monitoring via connected IoT devices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87552"/>
            <a:ext cx="9034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Significance of the Grievance Portal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IMPACT ON CIVIC GOVERNANCE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618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The Grievance Portal showcases practical AI applications transforming civic governance for real citizens.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27889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286000"/>
            <a:ext cx="777240" cy="777240"/>
          </a:xfrm>
          <a:prstGeom prst="ellipse">
            <a:avLst/>
          </a:prstGeom>
          <a:solidFill>
            <a:srgbClr val="0891B2">
              <a:alpha val="1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3182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Reduces Bureaucratic Delays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373075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AI automates triage, cutting complaint processing time dramatically and ensuring no case sits unattended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27832" y="214884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2148840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3672" y="2286000"/>
            <a:ext cx="777240" cy="777240"/>
          </a:xfrm>
          <a:prstGeom prst="ellipse">
            <a:avLst/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3672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9272" y="3182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Surfaces Emergencies Immediately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73075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High-priority complaints are instantly flagged and escalated, preventing critical issues from being overlooked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214884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2148840"/>
            <a:ext cx="278892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2286000"/>
            <a:ext cx="777240" cy="777240"/>
          </a:xfrm>
          <a:prstGeom prst="ellipse">
            <a:avLst/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72784" y="3182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Reliable Tracking System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91072" y="3730752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Citizens receive unique ticket IDs for full transparency and peace of mind throughout the resolution process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754880"/>
            <a:ext cx="8979408" cy="3886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29435" y="274320"/>
            <a:ext cx="3657600" cy="36576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48587" y="914400"/>
            <a:ext cx="2377440" cy="237744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+--1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861392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</a:t>
            </a:r>
            <a:r>
              <a:rPr lang="en-US" sz="6000" b="1" dirty="0" smtClean="0">
                <a:solidFill>
                  <a:srgbClr val="FFFFFF"/>
                </a:solidFill>
              </a:rPr>
              <a:t>You 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53814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2D3EE"/>
                </a:solidFill>
              </a:rPr>
              <a:t>for your attention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82986" y="2767244"/>
            <a:ext cx="2194560" cy="457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5533"/>
            <a:ext cx="5239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Veer Singh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3814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B2355R10195103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55913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Grievance Portal — AI-Powered Civic Complaint Management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815</Words>
  <Application>Microsoft Office PowerPoint</Application>
  <PresentationFormat>On-screen Show (16:9)</PresentationFormat>
  <Paragraphs>236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Grievance Portal</dc:title>
  <dc:subject>PptxGenJS Presentation</dc:subject>
  <dc:creator>PptxGenJS</dc:creator>
  <cp:lastModifiedBy>JAI SINGH</cp:lastModifiedBy>
  <cp:revision>23</cp:revision>
  <dcterms:created xsi:type="dcterms:W3CDTF">2026-05-04T03:08:49Z</dcterms:created>
  <dcterms:modified xsi:type="dcterms:W3CDTF">2026-05-04T07:03:06Z</dcterms:modified>
</cp:coreProperties>
</file>